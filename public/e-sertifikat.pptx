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-1402556"/>
            <a:ext cx="11239500" cy="7948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-1250156"/>
            <a:ext cx="800100" cy="800100"/>
          </a:xfrm>
          <a:prstGeom prst="rect">
            <a:avLst/>
          </a:prstGeom>
          <a:noFill/>
          <a:ln w="38100">
            <a:solidFill>
              <a:srgbClr val="17324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0668000" y="-1250156"/>
            <a:ext cx="800100" cy="800100"/>
          </a:xfrm>
          <a:prstGeom prst="rect">
            <a:avLst/>
          </a:prstGeom>
          <a:noFill/>
          <a:ln w="38100">
            <a:solidFill>
              <a:srgbClr val="17324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000625" y="1571625"/>
            <a:ext cx="2000250" cy="2000250"/>
          </a:xfrm>
          <a:prstGeom prst="roundRect">
            <a:avLst>
              <a:gd name="adj" fmla="val 4566857"/>
            </a:avLst>
          </a:prstGeom>
          <a:noFill/>
          <a:ln w="19050">
            <a:solidFill>
              <a:srgbClr val="2F5D8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84453" y="-1002506"/>
            <a:ext cx="1232446" cy="297805"/>
          </a:xfrm>
          <a:prstGeom prst="roundRect">
            <a:avLst>
              <a:gd name="adj" fmla="val 30673951"/>
            </a:avLst>
          </a:prstGeom>
          <a:solidFill>
            <a:srgbClr val="2F5D8A">
              <a:alpha val="5000"/>
            </a:srgbClr>
          </a:solidFill>
          <a:ln w="9525">
            <a:solidFill>
              <a:srgbClr val="2F5D8A"/>
            </a:solidFill>
          </a:ln>
        </p:spPr>
        <p:txBody>
          <a:bodyPr wrap="square" lIns="133350" tIns="133350" rIns="133350" bIns="133350" rtlCol="0" anchor="t">
            <a:normAutofit/>
          </a:bodyPr>
          <a:lstStyle/>
          <a:p>
            <a:pPr algn="ctr" indent="0" marL="0">
              <a:buNone/>
            </a:pPr>
            <a:r>
              <a:rPr lang="en-US" sz="864" dirty="0">
                <a:solidFill>
                  <a:srgbClr val="2F5D8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AHP Avitech</a:t>
            </a:r>
            <a:endParaRPr lang="en-US" sz="864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-171301"/>
            <a:ext cx="1676400" cy="1905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2982813"/>
            <a:ext cx="2743200" cy="190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58051" y="5549652"/>
            <a:ext cx="2381250" cy="9525"/>
          </a:xfrm>
          <a:prstGeom prst="rect">
            <a:avLst/>
          </a:prstGeom>
          <a:solidFill>
            <a:srgbClr val="17324D">
              <a:alpha val="2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1065276" y="-552301"/>
            <a:ext cx="9870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Sistem Aplikasi Berbasis Web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65276" y="681038"/>
            <a:ext cx="9870948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40"/>
              </a:lnSpc>
              <a:buNone/>
            </a:pPr>
            <a:r>
              <a:rPr lang="en-US" sz="3960" b="1" dirty="0">
                <a:solidFill>
                  <a:srgbClr val="17324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SERTIFIKAT</a:t>
            </a:r>
            <a:endParaRPr lang="en-US" sz="3960" dirty="0"/>
          </a:p>
        </p:txBody>
      </p:sp>
      <p:sp>
        <p:nvSpPr>
          <p:cNvPr id="12" name="Text 7"/>
          <p:cNvSpPr/>
          <p:nvPr/>
        </p:nvSpPr>
        <p:spPr>
          <a:xfrm>
            <a:off x="1065276" y="1511498"/>
            <a:ext cx="9870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5D8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Certificate of Appreciation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65276" y="2044898"/>
            <a:ext cx="9870948" cy="233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36"/>
              </a:lnSpc>
              <a:buNone/>
            </a:pPr>
            <a:r>
              <a:rPr lang="en-US" sz="1224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Diberikan kepada</a:t>
            </a:r>
            <a:endParaRPr lang="en-US" sz="1224" dirty="0"/>
          </a:p>
        </p:txBody>
      </p:sp>
      <p:sp>
        <p:nvSpPr>
          <p:cNvPr id="14" name="Text 9"/>
          <p:cNvSpPr/>
          <p:nvPr/>
        </p:nvSpPr>
        <p:spPr>
          <a:xfrm>
            <a:off x="1065276" y="2354163"/>
            <a:ext cx="98709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50"/>
              </a:lnSpc>
              <a:buNone/>
            </a:pPr>
            <a:r>
              <a:rPr lang="en-US" sz="2700" b="1" dirty="0">
                <a:solidFill>
                  <a:srgbClr val="17324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[NAMA EXPERT]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2381250" y="3230463"/>
            <a:ext cx="7239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176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Atas kontribusinya sebagai </a:t>
            </a:r>
            <a:pPr algn="ctr" indent="0" marL="0">
              <a:lnSpc>
                <a:spcPts val="2100"/>
              </a:lnSpc>
              <a:buNone/>
            </a:pPr>
            <a:r>
              <a:rPr lang="en-US" sz="1176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Expert</a:t>
            </a:r>
            <a:pPr algn="ctr" indent="0" marL="0">
              <a:lnSpc>
                <a:spcPts val="2100"/>
              </a:lnSpc>
              <a:buNone/>
            </a:pPr>
            <a:r>
              <a:rPr lang="en-US" sz="1176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yang telah memberikan respons dan masukan ilmiah terhadap penelitian melalui pengisian matriks AHP pada Sistem Aplikasi Berbasis Web </a:t>
            </a:r>
            <a:pPr algn="ctr" indent="0" marL="0">
              <a:lnSpc>
                <a:spcPts val="2100"/>
              </a:lnSpc>
              <a:buNone/>
            </a:pPr>
            <a:r>
              <a:rPr lang="en-US" sz="1176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AHP Avitech</a:t>
            </a:r>
            <a:pPr algn="ctr" indent="0" marL="0">
              <a:lnSpc>
                <a:spcPts val="2100"/>
              </a:lnSpc>
              <a:buNone/>
            </a:pPr>
            <a:r>
              <a:rPr lang="en-US" sz="1176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1176" dirty="0"/>
          </a:p>
        </p:txBody>
      </p:sp>
      <p:sp>
        <p:nvSpPr>
          <p:cNvPr id="16" name="Text 11"/>
          <p:cNvSpPr/>
          <p:nvPr/>
        </p:nvSpPr>
        <p:spPr>
          <a:xfrm>
            <a:off x="2286000" y="4182963"/>
            <a:ext cx="742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4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Sertifikat ini diberikan sebagai bentuk apresiasi atas partisipasi, kepakaran, dan dukungan akademik dalam proses penelitian.</a:t>
            </a:r>
            <a:endParaRPr lang="en-US" sz="1104" dirty="0"/>
          </a:p>
        </p:txBody>
      </p:sp>
      <p:sp>
        <p:nvSpPr>
          <p:cNvPr id="17" name="Text 12"/>
          <p:cNvSpPr/>
          <p:nvPr/>
        </p:nvSpPr>
        <p:spPr>
          <a:xfrm>
            <a:off x="1162050" y="5653683"/>
            <a:ext cx="313476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Nomor Sertifikat</a:t>
            </a:r>
            <a:endParaRPr lang="en-US" sz="984" dirty="0"/>
          </a:p>
        </p:txBody>
      </p:sp>
      <p:sp>
        <p:nvSpPr>
          <p:cNvPr id="18" name="Text 13"/>
          <p:cNvSpPr/>
          <p:nvPr/>
        </p:nvSpPr>
        <p:spPr>
          <a:xfrm>
            <a:off x="1162050" y="5917406"/>
            <a:ext cx="3134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AHP-EXP-001/[TAHUN]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433216" y="5653683"/>
            <a:ext cx="313491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Diterbitkan di</a:t>
            </a:r>
            <a:endParaRPr lang="en-US" sz="984" dirty="0"/>
          </a:p>
        </p:txBody>
      </p:sp>
      <p:sp>
        <p:nvSpPr>
          <p:cNvPr id="20" name="Text 15"/>
          <p:cNvSpPr/>
          <p:nvPr/>
        </p:nvSpPr>
        <p:spPr>
          <a:xfrm>
            <a:off x="4433216" y="5917406"/>
            <a:ext cx="3134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Mataram, [Tanggal Penerbitan]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704534" y="5673477"/>
            <a:ext cx="3134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Dr. Arben Virgota, S.Pi., M.Si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704534" y="5940177"/>
            <a:ext cx="3134767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Superadmin / Fasilitator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-371475"/>
            <a:ext cx="4038600" cy="5627936"/>
          </a:xfrm>
          <a:prstGeom prst="roundRect">
            <a:avLst>
              <a:gd name="adj" fmla="val 4075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7324D"/>
            </a:solidFill>
          </a:ln>
          <a:effectLst>
            <a:outerShdw sx="100000" sy="100000" kx="0" ky="0" algn="bl" rotWithShape="0" blurRad="285750" dist="95250" dir="5400000">
              <a:srgbClr val="17324D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5325" y="-57150"/>
            <a:ext cx="1348829" cy="297805"/>
          </a:xfrm>
          <a:prstGeom prst="roundRect">
            <a:avLst>
              <a:gd name="adj" fmla="val 30673951"/>
            </a:avLst>
          </a:prstGeom>
          <a:solidFill>
            <a:srgbClr val="2F5D8A">
              <a:alpha val="5000"/>
            </a:srgbClr>
          </a:solidFill>
          <a:ln w="9525">
            <a:solidFill>
              <a:srgbClr val="2F5D8A"/>
            </a:solidFill>
          </a:ln>
        </p:spPr>
        <p:txBody>
          <a:bodyPr wrap="square" lIns="133350" tIns="133350" rIns="133350" bIns="133350" rtlCol="0" anchor="t">
            <a:normAutofit/>
          </a:bodyPr>
          <a:lstStyle/>
          <a:p>
            <a:pPr algn="l" indent="0" marL="0">
              <a:buNone/>
            </a:pPr>
            <a:r>
              <a:rPr lang="en-US" sz="864" dirty="0">
                <a:solidFill>
                  <a:srgbClr val="2F5D8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Panduan Edit</a:t>
            </a:r>
            <a:endParaRPr lang="en-US" sz="864" dirty="0"/>
          </a:p>
        </p:txBody>
      </p:sp>
      <p:sp>
        <p:nvSpPr>
          <p:cNvPr id="4" name="Text 2"/>
          <p:cNvSpPr/>
          <p:nvPr/>
        </p:nvSpPr>
        <p:spPr>
          <a:xfrm>
            <a:off x="4724400" y="-371475"/>
            <a:ext cx="4038600" cy="5886450"/>
          </a:xfrm>
          <a:prstGeom prst="roundRect">
            <a:avLst>
              <a:gd name="adj" fmla="val 40755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7324D"/>
            </a:solidFill>
          </a:ln>
          <a:effectLst>
            <a:outerShdw sx="100000" sy="100000" kx="0" ky="0" algn="bl" rotWithShape="0" blurRad="285750" dist="95250" dir="5400000">
              <a:srgbClr val="17324D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38725" y="-57150"/>
            <a:ext cx="1152525" cy="297805"/>
          </a:xfrm>
          <a:prstGeom prst="roundRect">
            <a:avLst>
              <a:gd name="adj" fmla="val 30673951"/>
            </a:avLst>
          </a:prstGeom>
          <a:solidFill>
            <a:srgbClr val="2F5D8A">
              <a:alpha val="5000"/>
            </a:srgbClr>
          </a:solidFill>
          <a:ln w="9525">
            <a:solidFill>
              <a:srgbClr val="2F5D8A"/>
            </a:solidFill>
          </a:ln>
        </p:spPr>
        <p:txBody>
          <a:bodyPr wrap="square" lIns="133350" tIns="133350" rIns="133350" bIns="133350" rtlCol="0" anchor="t">
            <a:normAutofit/>
          </a:bodyPr>
          <a:lstStyle/>
          <a:p>
            <a:pPr algn="l" indent="0" marL="0">
              <a:buNone/>
            </a:pPr>
            <a:r>
              <a:rPr lang="en-US" sz="864" dirty="0">
                <a:solidFill>
                  <a:srgbClr val="2F5D8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Spesifikasi</a:t>
            </a:r>
            <a:endParaRPr lang="en-US" sz="864" dirty="0"/>
          </a:p>
        </p:txBody>
      </p:sp>
      <p:sp>
        <p:nvSpPr>
          <p:cNvPr id="6" name="Text 4"/>
          <p:cNvSpPr/>
          <p:nvPr/>
        </p:nvSpPr>
        <p:spPr>
          <a:xfrm>
            <a:off x="5038725" y="1162645"/>
            <a:ext cx="1628775" cy="1161752"/>
          </a:xfrm>
          <a:prstGeom prst="roundRect">
            <a:avLst>
              <a:gd name="adj" fmla="val 125934"/>
            </a:avLst>
          </a:prstGeom>
          <a:solidFill>
            <a:srgbClr val="FFFFFF"/>
          </a:solidFill>
          <a:ln w="9525">
            <a:solidFill>
              <a:srgbClr val="17324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19900" y="1162645"/>
            <a:ext cx="1628775" cy="1161752"/>
          </a:xfrm>
          <a:prstGeom prst="roundRect">
            <a:avLst>
              <a:gd name="adj" fmla="val 125934"/>
            </a:avLst>
          </a:prstGeom>
          <a:solidFill>
            <a:srgbClr val="FFFFFF"/>
          </a:solidFill>
          <a:ln w="9525">
            <a:solidFill>
              <a:srgbClr val="17324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38725" y="2476798"/>
            <a:ext cx="1628775" cy="1161752"/>
          </a:xfrm>
          <a:prstGeom prst="roundRect">
            <a:avLst>
              <a:gd name="adj" fmla="val 125934"/>
            </a:avLst>
          </a:prstGeom>
          <a:solidFill>
            <a:srgbClr val="FFFFFF"/>
          </a:solidFill>
          <a:ln w="9525">
            <a:solidFill>
              <a:srgbClr val="17324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19900" y="2476798"/>
            <a:ext cx="1628775" cy="1161752"/>
          </a:xfrm>
          <a:prstGeom prst="roundRect">
            <a:avLst>
              <a:gd name="adj" fmla="val 125934"/>
            </a:avLst>
          </a:prstGeom>
          <a:solidFill>
            <a:srgbClr val="FFFFFF"/>
          </a:solidFill>
          <a:ln w="9525">
            <a:solidFill>
              <a:srgbClr val="17324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5325" y="431155"/>
            <a:ext cx="3409950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dirty="0">
                <a:solidFill>
                  <a:srgbClr val="17324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Bagian yang perlu diganti</a:t>
            </a:r>
            <a:endParaRPr lang="en-US" sz="2640" dirty="0"/>
          </a:p>
        </p:txBody>
      </p:sp>
      <p:sp>
        <p:nvSpPr>
          <p:cNvPr id="11" name="Text 9"/>
          <p:cNvSpPr/>
          <p:nvPr/>
        </p:nvSpPr>
        <p:spPr>
          <a:xfrm>
            <a:off x="695325" y="1665536"/>
            <a:ext cx="340995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Ganti 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[NAMA EXPERT]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dengan nama penerima sertifikat.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Ganti 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AHP-EXP-001/[TAHUN]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dengan nomor sertifikat final.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Ganti </a:t>
            </a:r>
            <a:pPr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[Tanggal Penerbitan]</a:t>
            </a:r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dengan tanggal terbit.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Tambahkan logo resmi jika tersedia di bagian atas tengah atau pojok kiri atas.</a:t>
            </a:r>
            <a:endParaRPr lang="en-US" sz="12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Ekspor menjadi PDF setelah final agar rapi untuk distribusi digital.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38725" y="431155"/>
            <a:ext cx="3478149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60"/>
              </a:lnSpc>
              <a:buNone/>
            </a:pPr>
            <a:r>
              <a:rPr lang="en-US" sz="2640" dirty="0">
                <a:solidFill>
                  <a:srgbClr val="17324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Setelan Google Slides</a:t>
            </a:r>
            <a:endParaRPr lang="en-US" sz="2640" dirty="0"/>
          </a:p>
        </p:txBody>
      </p:sp>
      <p:sp>
        <p:nvSpPr>
          <p:cNvPr id="13" name="Text 11"/>
          <p:cNvSpPr/>
          <p:nvPr/>
        </p:nvSpPr>
        <p:spPr>
          <a:xfrm>
            <a:off x="5238750" y="1362670"/>
            <a:ext cx="12533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Ukuran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238750" y="1621631"/>
            <a:ext cx="1228725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29,7 cm × 21 cm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019925" y="1362670"/>
            <a:ext cx="12533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Orientasi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019925" y="1621631"/>
            <a:ext cx="1228725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Landscape A4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238750" y="2676823"/>
            <a:ext cx="12533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Warna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5238750" y="2935784"/>
            <a:ext cx="1228725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Navy, emas, putih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019925" y="2676823"/>
            <a:ext cx="125330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6B7B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Gaya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019925" y="2935784"/>
            <a:ext cx="1228725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80"/>
              </a:lnSpc>
              <a:buNone/>
            </a:pPr>
            <a:r>
              <a:rPr lang="en-US" sz="1320" b="1" dirty="0">
                <a:solidFill>
                  <a:srgbClr val="17324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Modern akademik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038725" y="3867150"/>
            <a:ext cx="34099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76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Buka Google Slides, buat presentasi kosong, lalu ubah ukuran melalui </a:t>
            </a:r>
            <a:pPr indent="0" marL="0">
              <a:lnSpc>
                <a:spcPts val="2100"/>
              </a:lnSpc>
              <a:buNone/>
            </a:pPr>
            <a:r>
              <a:rPr lang="en-US" sz="1176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File &gt; Page setup &gt; Custom</a:t>
            </a:r>
            <a:pPr indent="0" marL="0">
              <a:lnSpc>
                <a:spcPts val="2100"/>
              </a:lnSpc>
              <a:buNone/>
            </a:pPr>
            <a:r>
              <a:rPr lang="en-US" sz="1176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menjadi </a:t>
            </a:r>
            <a:pPr indent="0" marL="0">
              <a:lnSpc>
                <a:spcPts val="2100"/>
              </a:lnSpc>
              <a:buNone/>
            </a:pPr>
            <a:r>
              <a:rPr lang="en-US" sz="1176" b="1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29,7 × 21 cm</a:t>
            </a:r>
            <a:pPr indent="0" marL="0">
              <a:lnSpc>
                <a:spcPts val="2100"/>
              </a:lnSpc>
              <a:buNone/>
            </a:pPr>
            <a:r>
              <a:rPr lang="en-US" sz="1176" dirty="0">
                <a:solidFill>
                  <a:srgbClr val="3550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Setelah itu, salin susunan visual dari slide pertama sebagai template sertifikat final.</a:t>
            </a:r>
            <a:endParaRPr lang="en-US" sz="117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2026-08-01T14:48:11Z</dcterms:created>
  <dcterms:modified xsi:type="dcterms:W3CDTF">2026-08-01T14:48:11Z</dcterms:modified>
</cp:coreProperties>
</file>